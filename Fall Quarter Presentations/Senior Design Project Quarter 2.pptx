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Space Grotesk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SpaceGrotesk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SpaceGrotes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71eced07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71eced07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1eced07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b71eced07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1eced07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b71eced07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71eced078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71eced078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71eced078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b71eced078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275" y="3720425"/>
            <a:ext cx="1236825" cy="123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6250" y="3942538"/>
            <a:ext cx="350904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2131550" y="3873525"/>
            <a:ext cx="339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" name="Google Shape;99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/>
          <p:cNvPicPr preferRelativeResize="0"/>
          <p:nvPr/>
        </p:nvPicPr>
        <p:blipFill rotWithShape="1">
          <a:blip r:embed="rId3">
            <a:alphaModFix/>
          </a:blip>
          <a:srcRect b="11835" l="0" r="0" t="23593"/>
          <a:stretch/>
        </p:blipFill>
        <p:spPr>
          <a:xfrm>
            <a:off x="0" y="0"/>
            <a:ext cx="9048752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/>
        </p:nvSpPr>
        <p:spPr>
          <a:xfrm>
            <a:off x="2347950" y="3587525"/>
            <a:ext cx="4448100" cy="13425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 Melibaev, Lev Oleynik, Enoch Shen, Drew Hering</a:t>
            </a:r>
            <a:endParaRPr b="1" sz="2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4" name="Google Shape;124;p25"/>
          <p:cNvGrpSpPr/>
          <p:nvPr/>
        </p:nvGrpSpPr>
        <p:grpSpPr>
          <a:xfrm>
            <a:off x="6748414" y="1458357"/>
            <a:ext cx="2423650" cy="606617"/>
            <a:chOff x="349075" y="1505296"/>
            <a:chExt cx="2542379" cy="575975"/>
          </a:xfrm>
        </p:grpSpPr>
        <p:pic>
          <p:nvPicPr>
            <p:cNvPr id="125" name="Google Shape;12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9335" y="1505302"/>
              <a:ext cx="1922119" cy="5269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9075" y="1505296"/>
              <a:ext cx="575975" cy="575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25"/>
          <p:cNvGrpSpPr/>
          <p:nvPr/>
        </p:nvGrpSpPr>
        <p:grpSpPr>
          <a:xfrm>
            <a:off x="91568" y="1340296"/>
            <a:ext cx="2551682" cy="842735"/>
            <a:chOff x="269125" y="1274225"/>
            <a:chExt cx="1899987" cy="627502"/>
          </a:xfrm>
        </p:grpSpPr>
        <p:pic>
          <p:nvPicPr>
            <p:cNvPr id="128" name="Google Shape;128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75470" y="1351100"/>
              <a:ext cx="1093642" cy="4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9125" y="1274225"/>
              <a:ext cx="627502" cy="627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5"/>
          <p:cNvSpPr txBox="1"/>
          <p:nvPr/>
        </p:nvSpPr>
        <p:spPr>
          <a:xfrm>
            <a:off x="311700" y="191850"/>
            <a:ext cx="8520600" cy="109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Ideal Route Projection (IRP)</a:t>
            </a:r>
            <a:endParaRPr b="1" sz="5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1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: January 5th to January 11th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40890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Purchased and tested devices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"/>
              <a:buChar char="○"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Jetson Orin Nano Developer Kit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IMX219-160 Camera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LCD Display 7IP-Cap LCD 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Installed OS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Jetpack 6.2.1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Setup a consistent meeting time and place for winter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quarter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‘26.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050" y="3035550"/>
            <a:ext cx="1132351" cy="1509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173" y="1152475"/>
            <a:ext cx="2225075" cy="166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 rotWithShape="1">
          <a:blip r:embed="rId5">
            <a:alphaModFix/>
          </a:blip>
          <a:srcRect b="27699" l="0" r="0" t="14855"/>
          <a:stretch/>
        </p:blipFill>
        <p:spPr>
          <a:xfrm>
            <a:off x="5492175" y="2956050"/>
            <a:ext cx="2178839" cy="1668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2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: January 12th to January 19th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To-do list for next week</a:t>
            </a:r>
            <a:endParaRPr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8323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●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(Asad Melibaev):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Write the algorithm to find a trajectory that avoids the pothole or the XY area that Drew will calculate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●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(Lev Oleynik):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progress to GitHub (Add pictures, list hardware, existing code from last </a:t>
            </a: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quarter</a:t>
            </a: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Research state of the art AI models that can run on Jetson Orin Nano Developer Kit 8GBs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■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Ability for segmentation not just identification, display other cars, traffic lanes, potholes.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●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(Enoch Shen)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 Slide Winter quarter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Create an animatable visual overlay on camera feed with C++ (ideal route, steering wheel, arrow, text)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●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(Drew Hering):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Determine the what other hardware we might need (cables, adaptors, sensors, etc.)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ace Grotesk"/>
              <a:buChar char="○"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 steering angle sensor with Kalman Filter + GPS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