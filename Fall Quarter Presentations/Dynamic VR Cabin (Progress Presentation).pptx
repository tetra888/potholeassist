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8438856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8438856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843885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d843885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Enoch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9e56d9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d9e56d9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Enoch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8438856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843885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dca66f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dca66f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843885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d843885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Drew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9e56d9e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9e56d9e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Drew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23f15d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423f15d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c7111b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dc7111b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8438856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d8438856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8438856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d8438856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Drew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8438856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8438856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d9e56d9ed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d9e56d9ed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A8DsycyDfCqVt1pmtwHNRWTx-8pd684o/view" TargetMode="External"/><Relationship Id="rId4" Type="http://schemas.openxmlformats.org/officeDocument/2006/relationships/image" Target="../media/image15.jp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7QKQvaiwccHoHzyDB-bChr5fDXKIC73M/view" TargetMode="External"/><Relationship Id="rId4" Type="http://schemas.openxmlformats.org/officeDocument/2006/relationships/image" Target="../media/image18.jp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8001" r="5125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89700"/>
            <a:ext cx="8520600" cy="1098600"/>
          </a:xfrm>
          <a:prstGeom prst="rect">
            <a:avLst/>
          </a:prstGeom>
          <a:effectLst>
            <a:outerShdw blurRad="57150" rotWithShape="0" algn="bl" dir="5400000" dist="57150">
              <a:schemeClr val="dk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Dynamic VR Cabin (DVC)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47950" y="1135988"/>
            <a:ext cx="4448100" cy="9108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3810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 Melibaev, Lev Oleynik, Enoch Shen, Drew Hering</a:t>
            </a:r>
            <a:endParaRPr b="1" sz="2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6628955" y="1351097"/>
            <a:ext cx="2270673" cy="480596"/>
            <a:chOff x="349075" y="1505296"/>
            <a:chExt cx="2721325" cy="575978"/>
          </a:xfrm>
        </p:grpSpPr>
        <p:pic>
          <p:nvPicPr>
            <p:cNvPr id="58" name="Google Shape;5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9325" y="1505300"/>
              <a:ext cx="2101075" cy="575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9075" y="1505296"/>
              <a:ext cx="575975" cy="575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426093" y="1248123"/>
            <a:ext cx="2078775" cy="686550"/>
            <a:chOff x="269125" y="1274225"/>
            <a:chExt cx="1899987" cy="627502"/>
          </a:xfrm>
        </p:grpSpPr>
        <p:pic>
          <p:nvPicPr>
            <p:cNvPr id="61" name="Google Shape;61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75470" y="1351100"/>
              <a:ext cx="1093642" cy="48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9125" y="1274225"/>
              <a:ext cx="627502" cy="627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System Overview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Goal: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Create a Digital Twin/VR Environment that both reacts to real-world vehicle data and sends control commands for closed-loop interaction.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Components: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 Output: Meta Q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uest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3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Simulation Engine: Unreal Engine 5 (UE5)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Input: OBD Reader,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Steering Wheel Sensor, Camera Sensors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Networking: UDP Communication, Router LAN, and Tailscale (VPN)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Subsystem 1 - VR 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Environment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 &amp; Simulation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4408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Enoch Shen &amp; Lev Oleynik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Progress: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UE5 Environment: Successfully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 demo car interior and separated meshes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Meta Quest 3: Successfully packaged and built .apk files and uploaded demo worlds to the headset to run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completely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independently.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250" y="2056950"/>
            <a:ext cx="4119302" cy="218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VR_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50" y="562775"/>
            <a:ext cx="4153250" cy="41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1864225" y="0"/>
            <a:ext cx="4576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VR 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(controlled by joystick)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5">
            <a:alphaModFix/>
          </a:blip>
          <a:srcRect b="0" l="27958" r="26675" t="0"/>
          <a:stretch/>
        </p:blipFill>
        <p:spPr>
          <a:xfrm>
            <a:off x="5071150" y="562775"/>
            <a:ext cx="3306476" cy="415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Subsystem 2 - 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 &amp; Sensors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942175"/>
            <a:ext cx="86169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Asad, Lev, Drew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Progress: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Designed custom steering wheel angle sensor 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IMU drifts unpredictably; subtracting a stationary reference did not work as anticipated, so next step is integrating GPS data with a Kalman filter to reduce drift.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ELM327 OBD-II reader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Limitation: ELM327 can stream multiple PIDs (e.g., RPM and speed) but does so sequentially, causing slower update rates due to command–response overhead.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Potential Upgrade: Use a raw CAN interface to read multiple CAN frames in parallel.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Integration: Assessing Camera Sensors and ADAS integration for the next phase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Steering Wheel Angle Sensor (for Digital Twin)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 title="2025-12-05 01.11.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7"/>
            <a:ext cx="7615014" cy="35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Subsystem 3 - Networking &amp; Data Link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49600" cy="3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Asad,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Enoch, Drew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C++ UDP plugin into UE5 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Router creates LAN allowing all devices to communicate on the same subnet. 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Router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Tailscale (VPN) and phone hotspot (WAN connectivity) for remote control and monitoring.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C++ Serial (COM-port) plugin allowing data to be streamed via USB serial to UE5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14260" l="0" r="0" t="25210"/>
          <a:stretch/>
        </p:blipFill>
        <p:spPr>
          <a:xfrm>
            <a:off x="6661500" y="40875"/>
            <a:ext cx="1964599" cy="15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peed_Steering_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000" y="739375"/>
            <a:ext cx="2442001" cy="43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025" y="739377"/>
            <a:ext cx="2396100" cy="31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6295" y="739377"/>
            <a:ext cx="2364617" cy="315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9075" y="3982800"/>
            <a:ext cx="2748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steering wheel angle sensor (prototype)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337400" y="3931725"/>
            <a:ext cx="2522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Elm327 OBD-II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3094200" y="0"/>
            <a:ext cx="2955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(digital twin)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The L2 ADAS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915150"/>
            <a:ext cx="8520600" cy="41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Developed proposal and parts list for BMW VP to purchase 2*160 FOV 4k cameras and Nvidia Jetson AGX/Nano and additional accessories. 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goal would be to obtain L2 autonomous driving capabilities as defined per by the SAE.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Additionally, incorporating the VR setup as a back up teleoperation solution.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niche research goal could be to optimize bicycle detection and avoidance or develop the cheapest and most optimized L2 solution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 would also look into purchasing a car that we could operate through the steer-by-wire interface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-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Scheduled internal meeting with BMW EX Shanghai Autonomous Vehicles Manager to discuss research opportunities within this field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Mounts and brackets for Custom L2 setup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050" y="486725"/>
            <a:ext cx="2209851" cy="1648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03949" y="1645600"/>
            <a:ext cx="3197151" cy="23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914025" y="2294100"/>
            <a:ext cx="7635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am 1</a:t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2713550" y="2294100"/>
            <a:ext cx="7635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 2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2314075" y="1448600"/>
            <a:ext cx="12954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2</a:t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865700" y="1448600"/>
            <a:ext cx="12954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1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2241588" y="3874525"/>
            <a:ext cx="12954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4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793213" y="3874525"/>
            <a:ext cx="1295400" cy="33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3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9875" y="2412025"/>
            <a:ext cx="1608175" cy="2347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6">
            <a:alphaModFix/>
          </a:blip>
          <a:srcRect b="0" l="0" r="-9625" t="-9625"/>
          <a:stretch/>
        </p:blipFill>
        <p:spPr>
          <a:xfrm>
            <a:off x="4572002" y="1017737"/>
            <a:ext cx="1494125" cy="1357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22"/>
          <p:cNvSpPr/>
          <p:nvPr/>
        </p:nvSpPr>
        <p:spPr>
          <a:xfrm>
            <a:off x="1551025" y="2816350"/>
            <a:ext cx="1362900" cy="62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GPS + imu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3948650" y="2412025"/>
            <a:ext cx="2514000" cy="20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</a:t>
            </a:r>
            <a:r>
              <a:rPr lang="en"/>
              <a:t> </a:t>
            </a:r>
            <a:r>
              <a:rPr lang="en"/>
              <a:t>redundant</a:t>
            </a:r>
            <a:r>
              <a:rPr lang="en"/>
              <a:t> sensors could be LiDARs and radars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275150" y="10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Current Prototype Status: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171550" y="777625"/>
            <a:ext cx="8834100" cy="43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works right now: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“Digital Twin” in Unreal Engine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(Steering, Speed)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 can compile this project, package it, and run it on the Quest 3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b="1"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Monitoring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and animation mapping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Goals: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step is adding </a:t>
            </a:r>
            <a:r>
              <a:rPr b="1"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active control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(steering, throttle, lights, etc..) driven by L2 ADAS and remote user inputs as a 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backup</a:t>
            </a: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system.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Utilize feedback from OBD-II to form closed-loop control (e.g., PID-based corrections between commanded and actual states).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3">
            <a:alphaModFix/>
          </a:blip>
          <a:srcRect b="0" l="8001" r="5125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248475"/>
            <a:ext cx="2835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 b="1" sz="342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123625" y="871025"/>
            <a:ext cx="87237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Summary: We have successfully built the software foundation and are ready to finalize and integrate the physical sensors in Winter Quarter.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Quarter 2 Rough Roadmap (Weeks 1 - 10)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832300" cy="33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Winter Break: Finalize the “Digital Twin” Implementation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 1 - 4: 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Focus - Final integration of the Steering Wheel Sensor and Camera Sensors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 5 - 7: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Software Focus - Incorporate ADAS system data streams into the simulation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 8- 10: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 Presentation: Polish and Live Drive Demo 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24549" cy="21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76498"/>
            <a:ext cx="4124551" cy="196257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5893075" y="196000"/>
            <a:ext cx="29490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Adafruit S3 Esp32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IMU: GY-521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3.7 V Lipo battery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