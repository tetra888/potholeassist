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Space Grotesk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SpaceGrotesk-bold.fntdata"/><Relationship Id="rId25" Type="http://schemas.openxmlformats.org/officeDocument/2006/relationships/font" Target="fonts/SpaceGrotesk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349f36f4c_2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a349f36f4c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349f36f4c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a349f36f4c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349f36f4c_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a349f36f4c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349f36f4c_2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a349f36f4c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349f36f4c_2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a349f36f4c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99acf837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999acf837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99acf8373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999acf8373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349f36f4c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a349f36f4c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99acf8373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999acf8373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99acf8373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999acf8373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99acf8373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999acf8373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99acf8373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999acf8373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34dfa05d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a34dfa05d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81face1b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a81face1b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99acf8373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999acf8373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419beae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a419beae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419beaec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a419beaec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81face1b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a81face1b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1275" y="3720425"/>
            <a:ext cx="1236825" cy="123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6250" y="3942538"/>
            <a:ext cx="3509047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/>
        </p:nvSpPr>
        <p:spPr>
          <a:xfrm>
            <a:off x="2131550" y="3873525"/>
            <a:ext cx="33915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" name="Google Shape;7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3" name="Google Shape;8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9" name="Google Shape;8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" name="Google Shape;9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9" name="Google Shape;99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0" name="Google Shape;100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2" name="Google Shape;10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" name="Google Shape;10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/>
          <p:nvPr/>
        </p:nvSpPr>
        <p:spPr>
          <a:xfrm>
            <a:off x="0" y="4749904"/>
            <a:ext cx="9144000" cy="39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4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7425" y="4762925"/>
            <a:ext cx="1627225" cy="36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ctrTitle"/>
          </p:nvPr>
        </p:nvSpPr>
        <p:spPr>
          <a:xfrm>
            <a:off x="433800" y="0"/>
            <a:ext cx="8520600" cy="1116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2840000" dist="47625">
              <a:srgbClr val="000000">
                <a:alpha val="8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56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VR Cabin (DVC)</a:t>
            </a:r>
            <a:endParaRPr b="1" sz="56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23" name="Google Shape;123;p25"/>
          <p:cNvSpPr txBox="1"/>
          <p:nvPr>
            <p:ph idx="1" type="subTitle"/>
          </p:nvPr>
        </p:nvSpPr>
        <p:spPr>
          <a:xfrm>
            <a:off x="0" y="1963800"/>
            <a:ext cx="9144000" cy="167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38100">
              <a:srgbClr val="000000">
                <a:alpha val="9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Student Members:</a:t>
            </a:r>
            <a:endParaRPr b="1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Asad Melibaev</a:t>
            </a:r>
            <a:endParaRPr b="1"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Lev Oleynik</a:t>
            </a:r>
            <a:endParaRPr b="1"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Enoch Shen</a:t>
            </a:r>
            <a:endParaRPr b="1"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Drew Hering</a:t>
            </a:r>
            <a:endParaRPr b="1" sz="22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24" name="Google Shape;12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3350" y="3834075"/>
            <a:ext cx="260985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311700" y="1327825"/>
            <a:ext cx="85206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5000">
                <a:latin typeface="Space Grotesk"/>
                <a:ea typeface="Space Grotesk"/>
                <a:cs typeface="Space Grotesk"/>
                <a:sym typeface="Space Grotesk"/>
              </a:rPr>
              <a:t>Week</a:t>
            </a:r>
            <a:r>
              <a:rPr b="1" lang="en" sz="5000">
                <a:latin typeface="Space Grotesk"/>
                <a:ea typeface="Space Grotesk"/>
                <a:cs typeface="Space Grotesk"/>
                <a:sym typeface="Space Grotesk"/>
              </a:rPr>
              <a:t>s</a:t>
            </a:r>
            <a:r>
              <a:rPr b="1" lang="en" sz="5000">
                <a:latin typeface="Space Grotesk"/>
                <a:ea typeface="Space Grotesk"/>
                <a:cs typeface="Space Grotesk"/>
                <a:sym typeface="Space Grotesk"/>
              </a:rPr>
              <a:t> 1</a:t>
            </a:r>
            <a:r>
              <a:rPr b="1" lang="en" sz="5000">
                <a:latin typeface="Space Grotesk"/>
                <a:ea typeface="Space Grotesk"/>
                <a:cs typeface="Space Grotesk"/>
                <a:sym typeface="Space Grotesk"/>
              </a:rPr>
              <a:t> - 3 </a:t>
            </a:r>
            <a:endParaRPr b="1" sz="50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0" name="Google Shape;130;p26"/>
          <p:cNvSpPr txBox="1"/>
          <p:nvPr/>
        </p:nvSpPr>
        <p:spPr>
          <a:xfrm>
            <a:off x="2780400" y="2776025"/>
            <a:ext cx="358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Date</a:t>
            </a: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: September 29th to October </a:t>
            </a: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17th</a:t>
            </a:r>
            <a:endParaRPr b="1" i="0" sz="14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have done this week (Overview)</a:t>
            </a:r>
            <a:endParaRPr/>
          </a:p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311700" y="1152475"/>
            <a:ext cx="8520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Preparing and Research </a:t>
            </a:r>
            <a:r>
              <a:rPr lang="en">
                <a:solidFill>
                  <a:schemeClr val="dk1"/>
                </a:solidFill>
              </a:rPr>
              <a:t>(Asad Melibaev)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Discussed budget </a:t>
            </a:r>
            <a:r>
              <a:rPr lang="en">
                <a:solidFill>
                  <a:schemeClr val="dk1"/>
                </a:solidFill>
              </a:rPr>
              <a:t>constraints within companies and how to order parts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Practiced Unreal Engine 5 blueprinting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Apple Vision Pro (Lev Oleynik)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Did Research and Setup of Unreal Engine VR environment on Apple Vision Pro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Meta </a:t>
            </a:r>
            <a:r>
              <a:rPr lang="en">
                <a:solidFill>
                  <a:schemeClr val="dk1"/>
                </a:solidFill>
              </a:rPr>
              <a:t>Quest</a:t>
            </a:r>
            <a:r>
              <a:rPr lang="en">
                <a:solidFill>
                  <a:schemeClr val="dk1"/>
                </a:solidFill>
              </a:rPr>
              <a:t> 3 (Enoch Shen)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Learn how to use the Meta Quest 3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Research Travel Mode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>
                <a:solidFill>
                  <a:schemeClr val="dk1"/>
                </a:solidFill>
              </a:rPr>
              <a:t>“Are we able to run VR in a moving vehicle?”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Research (Drew)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OBD reader, AMU, UDP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>
            <p:ph type="title"/>
          </p:nvPr>
        </p:nvSpPr>
        <p:spPr>
          <a:xfrm>
            <a:off x="311700" y="1327825"/>
            <a:ext cx="85206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5000">
                <a:latin typeface="Space Grotesk"/>
                <a:ea typeface="Space Grotesk"/>
                <a:cs typeface="Space Grotesk"/>
                <a:sym typeface="Space Grotesk"/>
              </a:rPr>
              <a:t>Weeks </a:t>
            </a:r>
            <a:r>
              <a:rPr b="1" lang="en" sz="5000">
                <a:latin typeface="Space Grotesk"/>
                <a:ea typeface="Space Grotesk"/>
                <a:cs typeface="Space Grotesk"/>
                <a:sym typeface="Space Grotesk"/>
              </a:rPr>
              <a:t>4 </a:t>
            </a:r>
            <a:endParaRPr b="1" sz="50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2780400" y="2776025"/>
            <a:ext cx="358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Date: </a:t>
            </a: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October 17</a:t>
            </a: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t</a:t>
            </a: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h to October </a:t>
            </a: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24</a:t>
            </a: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th</a:t>
            </a:r>
            <a:endParaRPr b="1" i="0" sz="14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Interlinking Data</a:t>
            </a:r>
            <a:r>
              <a:rPr lang="en">
                <a:solidFill>
                  <a:schemeClr val="dk1"/>
                </a:solidFill>
              </a:rPr>
              <a:t>(Asad Melibaev)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Ros2, Learning how to obtain sensor data from steering wheel rotation and scents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Unreal Engine 5 in Vision Pro…. (Lev Oleynik)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500">
                <a:solidFill>
                  <a:schemeClr val="dk1"/>
                </a:solidFill>
              </a:rPr>
              <a:t>Setup Unreal Engine, Xcode, Vision Pro environment. </a:t>
            </a:r>
            <a:endParaRPr sz="15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Unreal Engine 5</a:t>
            </a:r>
            <a:r>
              <a:rPr lang="en">
                <a:solidFill>
                  <a:schemeClr val="dk1"/>
                </a:solidFill>
              </a:rPr>
              <a:t> (Enoch Shen)  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Familiarize</a:t>
            </a:r>
            <a:r>
              <a:rPr lang="en" sz="1600">
                <a:solidFill>
                  <a:schemeClr val="dk1"/>
                </a:solidFill>
              </a:rPr>
              <a:t> with Unreal Engine 5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Build or find a demo car interior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>
                <a:solidFill>
                  <a:schemeClr val="dk1"/>
                </a:solidFill>
              </a:rPr>
              <a:t>Ensure that car meshes are </a:t>
            </a:r>
            <a:r>
              <a:rPr lang="en" sz="1600">
                <a:solidFill>
                  <a:schemeClr val="dk1"/>
                </a:solidFill>
              </a:rPr>
              <a:t>separate</a:t>
            </a:r>
            <a:r>
              <a:rPr lang="en" sz="1600">
                <a:solidFill>
                  <a:schemeClr val="dk1"/>
                </a:solidFill>
              </a:rPr>
              <a:t> (independent steering wheel)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Designed Custom Steering Wheel Sensor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" name="Google Shape;14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have done this week (Overview)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>
            <p:ph type="title"/>
          </p:nvPr>
        </p:nvSpPr>
        <p:spPr>
          <a:xfrm>
            <a:off x="311700" y="1327825"/>
            <a:ext cx="85206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5000">
                <a:latin typeface="Space Grotesk"/>
                <a:ea typeface="Space Grotesk"/>
                <a:cs typeface="Space Grotesk"/>
                <a:sym typeface="Space Grotesk"/>
              </a:rPr>
              <a:t>Weeks 5 </a:t>
            </a:r>
            <a:endParaRPr b="1" sz="50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4" name="Google Shape;154;p30"/>
          <p:cNvSpPr txBox="1"/>
          <p:nvPr/>
        </p:nvSpPr>
        <p:spPr>
          <a:xfrm>
            <a:off x="2780400" y="2776025"/>
            <a:ext cx="358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Date: </a:t>
            </a: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October 25th - 31st</a:t>
            </a:r>
            <a:endParaRPr b="1" i="0" sz="14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have done this week (Overview)</a:t>
            </a:r>
            <a:endParaRPr/>
          </a:p>
        </p:txBody>
      </p:sp>
      <p:sp>
        <p:nvSpPr>
          <p:cNvPr id="160" name="Google Shape;160;p31"/>
          <p:cNvSpPr txBox="1"/>
          <p:nvPr>
            <p:ph idx="1" type="body"/>
          </p:nvPr>
        </p:nvSpPr>
        <p:spPr>
          <a:xfrm>
            <a:off x="311700" y="1152475"/>
            <a:ext cx="8520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Preparing and Research (Asad Melibaev)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Researched into the bmw specific sensors and accessing the </a:t>
            </a:r>
            <a:r>
              <a:rPr lang="en">
                <a:solidFill>
                  <a:schemeClr val="dk1"/>
                </a:solidFill>
              </a:rPr>
              <a:t>data</a:t>
            </a:r>
            <a:r>
              <a:rPr lang="en">
                <a:solidFill>
                  <a:schemeClr val="dk1"/>
                </a:solidFill>
              </a:rPr>
              <a:t> from them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Looking into what kind of data we can access from the obd reader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Apple Vision Pro (Lev Oleynik)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500">
                <a:solidFill>
                  <a:schemeClr val="dk1"/>
                </a:solidFill>
              </a:rPr>
              <a:t>Research Scent Sensors viability, other practical sensors to measure information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Setup VR environment in Vision Pro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Unreal Engine 5 to Meta Q</a:t>
            </a:r>
            <a:r>
              <a:rPr lang="en" sz="1600">
                <a:solidFill>
                  <a:schemeClr val="dk1"/>
                </a:solidFill>
              </a:rPr>
              <a:t>uest</a:t>
            </a:r>
            <a:r>
              <a:rPr lang="en" sz="1600">
                <a:solidFill>
                  <a:schemeClr val="dk1"/>
                </a:solidFill>
              </a:rPr>
              <a:t> 3 </a:t>
            </a:r>
            <a:r>
              <a:rPr lang="en" sz="1600">
                <a:solidFill>
                  <a:schemeClr val="dk1"/>
                </a:solidFill>
              </a:rPr>
              <a:t>(Enoch Shen)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600">
                <a:solidFill>
                  <a:schemeClr val="dk1"/>
                </a:solidFill>
              </a:rPr>
              <a:t>Upload a demo VR world onto the </a:t>
            </a:r>
            <a:r>
              <a:rPr lang="en" sz="1600">
                <a:solidFill>
                  <a:schemeClr val="dk1"/>
                </a:solidFill>
              </a:rPr>
              <a:t>Meta Quest 3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Build a ‘.apk’ file and upload it.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>
                <a:solidFill>
                  <a:schemeClr val="dk1"/>
                </a:solidFill>
              </a:rPr>
              <a:t>Ensure it can run independently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Research (Drew)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Refined wheel sensor design, created BOM, researched UDP to UE5 connection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Unreal Engine 5 VR Demo World</a:t>
            </a:r>
            <a:endParaRPr/>
          </a:p>
        </p:txBody>
      </p:sp>
      <p:pic>
        <p:nvPicPr>
          <p:cNvPr id="166" name="Google Shape;16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8325" y="1225271"/>
            <a:ext cx="6028598" cy="32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>
            <p:ph type="title"/>
          </p:nvPr>
        </p:nvSpPr>
        <p:spPr>
          <a:xfrm>
            <a:off x="311700" y="1327825"/>
            <a:ext cx="85206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5000">
                <a:latin typeface="Space Grotesk"/>
                <a:ea typeface="Space Grotesk"/>
                <a:cs typeface="Space Grotesk"/>
                <a:sym typeface="Space Grotesk"/>
              </a:rPr>
              <a:t>Weeks 6 </a:t>
            </a:r>
            <a:endParaRPr b="1" sz="50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2" name="Google Shape;172;p33"/>
          <p:cNvSpPr txBox="1"/>
          <p:nvPr/>
        </p:nvSpPr>
        <p:spPr>
          <a:xfrm>
            <a:off x="2780400" y="2776025"/>
            <a:ext cx="358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Date: </a:t>
            </a: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November 1st - 7th</a:t>
            </a:r>
            <a:endParaRPr b="1" i="0" sz="14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have done this week (Overview)</a:t>
            </a:r>
            <a:endParaRPr/>
          </a:p>
        </p:txBody>
      </p:sp>
      <p:sp>
        <p:nvSpPr>
          <p:cNvPr id="178" name="Google Shape;178;p34"/>
          <p:cNvSpPr txBox="1"/>
          <p:nvPr>
            <p:ph idx="1" type="body"/>
          </p:nvPr>
        </p:nvSpPr>
        <p:spPr>
          <a:xfrm>
            <a:off x="311700" y="1152475"/>
            <a:ext cx="8520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Preparing and Research (Asad Melibaev)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Looked into ADAS systems and how we could </a:t>
            </a:r>
            <a:r>
              <a:rPr lang="en">
                <a:solidFill>
                  <a:schemeClr val="dk1"/>
                </a:solidFill>
              </a:rPr>
              <a:t>potentially</a:t>
            </a:r>
            <a:r>
              <a:rPr lang="en">
                <a:solidFill>
                  <a:schemeClr val="dk1"/>
                </a:solidFill>
              </a:rPr>
              <a:t> incorporate the next data stream into a digital twin of our car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Sensor-Wheel Mount (Lev Oleynik)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Develop 3D CAD model for sensor wheel mount.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Continue Virtual </a:t>
            </a:r>
            <a:r>
              <a:rPr lang="en" sz="1600">
                <a:solidFill>
                  <a:schemeClr val="dk1"/>
                </a:solidFill>
              </a:rPr>
              <a:t>Environment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Development</a:t>
            </a:r>
            <a:r>
              <a:rPr lang="en" sz="1600">
                <a:solidFill>
                  <a:schemeClr val="dk1"/>
                </a:solidFill>
              </a:rPr>
              <a:t> with Apple Vision Pro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Demo Car </a:t>
            </a:r>
            <a:r>
              <a:rPr lang="en">
                <a:solidFill>
                  <a:schemeClr val="dk1"/>
                </a:solidFill>
              </a:rPr>
              <a:t>Environment</a:t>
            </a:r>
            <a:r>
              <a:rPr lang="en">
                <a:solidFill>
                  <a:schemeClr val="dk1"/>
                </a:solidFill>
              </a:rPr>
              <a:t> (Enoch Shen)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Build a car environment example on Unreal Engine 5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Upload this onto the Meta Q</a:t>
            </a:r>
            <a:r>
              <a:rPr lang="en" sz="1600">
                <a:solidFill>
                  <a:schemeClr val="dk1"/>
                </a:solidFill>
              </a:rPr>
              <a:t>uest</a:t>
            </a:r>
            <a:r>
              <a:rPr lang="en" sz="1600">
                <a:solidFill>
                  <a:schemeClr val="dk1"/>
                </a:solidFill>
              </a:rPr>
              <a:t> 3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UDP </a:t>
            </a:r>
            <a:r>
              <a:rPr lang="en">
                <a:solidFill>
                  <a:schemeClr val="dk1"/>
                </a:solidFill>
              </a:rPr>
              <a:t>Compatibility</a:t>
            </a:r>
            <a:r>
              <a:rPr lang="en">
                <a:solidFill>
                  <a:schemeClr val="dk1"/>
                </a:solidFill>
              </a:rPr>
              <a:t> (Drew)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Started UDP to UE5 connection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5"/>
          <p:cNvSpPr txBox="1"/>
          <p:nvPr>
            <p:ph type="title"/>
          </p:nvPr>
        </p:nvSpPr>
        <p:spPr>
          <a:xfrm>
            <a:off x="311700" y="1327825"/>
            <a:ext cx="85206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5000">
                <a:latin typeface="Space Grotesk"/>
                <a:ea typeface="Space Grotesk"/>
                <a:cs typeface="Space Grotesk"/>
                <a:sym typeface="Space Grotesk"/>
              </a:rPr>
              <a:t>Weeks 7 </a:t>
            </a:r>
            <a:endParaRPr b="1" sz="50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35"/>
          <p:cNvSpPr txBox="1"/>
          <p:nvPr/>
        </p:nvSpPr>
        <p:spPr>
          <a:xfrm>
            <a:off x="2780400" y="2776025"/>
            <a:ext cx="358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Date: </a:t>
            </a: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November </a:t>
            </a: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8th - 14th</a:t>
            </a:r>
            <a:endParaRPr b="1" i="0" sz="14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311700" y="1152475"/>
            <a:ext cx="8520600" cy="3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Preparing and Research (Asad Melibaev)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Continue learning ROS and ADAS </a:t>
            </a:r>
            <a:r>
              <a:rPr lang="en">
                <a:solidFill>
                  <a:schemeClr val="dk1"/>
                </a:solidFill>
              </a:rPr>
              <a:t>sensors</a:t>
            </a:r>
            <a:r>
              <a:rPr lang="en">
                <a:solidFill>
                  <a:schemeClr val="dk1"/>
                </a:solidFill>
              </a:rPr>
              <a:t> that we could incorporate into our vehicle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Reading different research papers and articles on the topic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Sensor-Wheel Mount (Lev Oleynik)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Continue </a:t>
            </a:r>
            <a:r>
              <a:rPr lang="en" sz="1600">
                <a:solidFill>
                  <a:schemeClr val="dk1"/>
                </a:solidFill>
              </a:rPr>
              <a:t>development</a:t>
            </a:r>
            <a:r>
              <a:rPr lang="en" sz="1600">
                <a:solidFill>
                  <a:schemeClr val="dk1"/>
                </a:solidFill>
              </a:rPr>
              <a:t> </a:t>
            </a:r>
            <a:r>
              <a:rPr lang="en" sz="1600">
                <a:solidFill>
                  <a:schemeClr val="dk1"/>
                </a:solidFill>
              </a:rPr>
              <a:t>3D CAD model for sensor wheel mount. Update measurements, begin testing.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Begin research on Camera Sensor for further Integration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UDP Unreal Engine Mesh </a:t>
            </a:r>
            <a:r>
              <a:rPr lang="en">
                <a:solidFill>
                  <a:schemeClr val="dk1"/>
                </a:solidFill>
              </a:rPr>
              <a:t>(Enoch Shen)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Combined UDP Network Connections to Unreal Engine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Mesh Unreal Engine connections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Established UDP - UE5 connection</a:t>
            </a:r>
            <a:r>
              <a:rPr lang="en">
                <a:solidFill>
                  <a:schemeClr val="dk1"/>
                </a:solidFill>
              </a:rPr>
              <a:t> (Drew)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Created &amp; uploaded tutorial to the shared drive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" name="Google Shape;19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What have done this week (Overview)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7"/>
          <p:cNvSpPr txBox="1"/>
          <p:nvPr>
            <p:ph type="title"/>
          </p:nvPr>
        </p:nvSpPr>
        <p:spPr>
          <a:xfrm>
            <a:off x="311700" y="292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Unreal Engine Car Demo </a:t>
            </a:r>
            <a:endParaRPr/>
          </a:p>
        </p:txBody>
      </p:sp>
      <p:pic>
        <p:nvPicPr>
          <p:cNvPr id="196" name="Google Shape;19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713" y="1017725"/>
            <a:ext cx="6612576" cy="352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 txBox="1"/>
          <p:nvPr>
            <p:ph type="title"/>
          </p:nvPr>
        </p:nvSpPr>
        <p:spPr>
          <a:xfrm>
            <a:off x="311700" y="1327825"/>
            <a:ext cx="85206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5000">
                <a:latin typeface="Space Grotesk"/>
                <a:ea typeface="Space Grotesk"/>
                <a:cs typeface="Space Grotesk"/>
                <a:sym typeface="Space Grotesk"/>
              </a:rPr>
              <a:t>Weeks 8 </a:t>
            </a:r>
            <a:endParaRPr b="1" sz="50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2" name="Google Shape;202;p38"/>
          <p:cNvSpPr txBox="1"/>
          <p:nvPr/>
        </p:nvSpPr>
        <p:spPr>
          <a:xfrm>
            <a:off x="2780400" y="2776025"/>
            <a:ext cx="358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Date: </a:t>
            </a: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November 15th - 21st</a:t>
            </a:r>
            <a:endParaRPr b="1" i="0" sz="14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/>
              <a:t>What have done this week (Overview)</a:t>
            </a:r>
            <a:endParaRPr/>
          </a:p>
        </p:txBody>
      </p:sp>
      <p:sp>
        <p:nvSpPr>
          <p:cNvPr id="208" name="Google Shape;208;p39"/>
          <p:cNvSpPr txBox="1"/>
          <p:nvPr>
            <p:ph idx="1" type="body"/>
          </p:nvPr>
        </p:nvSpPr>
        <p:spPr>
          <a:xfrm>
            <a:off x="311700" y="1152475"/>
            <a:ext cx="8832300" cy="3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Writing Code for sensor data input 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>
                <a:solidFill>
                  <a:schemeClr val="dk1"/>
                </a:solidFill>
              </a:rPr>
              <a:t>Asad Melibaev</a:t>
            </a:r>
            <a:r>
              <a:rPr lang="en">
                <a:solidFill>
                  <a:schemeClr val="dk1"/>
                </a:solidFill>
              </a:rPr>
              <a:t>): …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Once the sensor </a:t>
            </a:r>
            <a:r>
              <a:rPr lang="en">
                <a:solidFill>
                  <a:schemeClr val="dk1"/>
                </a:solidFill>
              </a:rPr>
              <a:t>components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arrive, look into streaming and timestamping the data into the computer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Modeling / Camera Sensor (Lev Oleynik): …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Research Camera Sensor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Print and finish 3D Model for Steering-Wheel Sensor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Test OBD Sensor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UDP to Unreal Engine 5 Connection (Enoch Shen)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Combine UDP Unreal Engine 5 Program with previously made Car Demo World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Build this onto the .apk file onto the </a:t>
            </a:r>
            <a:r>
              <a:rPr lang="en" sz="1600">
                <a:solidFill>
                  <a:schemeClr val="dk1"/>
                </a:solidFill>
              </a:rPr>
              <a:t>quest</a:t>
            </a:r>
            <a:r>
              <a:rPr lang="en" sz="1600">
                <a:solidFill>
                  <a:schemeClr val="dk1"/>
                </a:solidFill>
              </a:rPr>
              <a:t> 3.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Used Tailscale to Create a VPN Network</a:t>
            </a:r>
            <a:r>
              <a:rPr lang="en">
                <a:solidFill>
                  <a:schemeClr val="dk1"/>
                </a:solidFill>
              </a:rPr>
              <a:t> (Drew Hering):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Used Tailscale to create a VPN network for remote access.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>
            <p:ph type="title"/>
          </p:nvPr>
        </p:nvSpPr>
        <p:spPr>
          <a:xfrm>
            <a:off x="311700" y="1327825"/>
            <a:ext cx="85206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5000">
                <a:latin typeface="Space Grotesk"/>
                <a:ea typeface="Space Grotesk"/>
                <a:cs typeface="Space Grotesk"/>
                <a:sym typeface="Space Grotesk"/>
              </a:rPr>
              <a:t>Weeks 9 - 10 </a:t>
            </a:r>
            <a:endParaRPr b="1" sz="50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4" name="Google Shape;214;p40"/>
          <p:cNvSpPr txBox="1"/>
          <p:nvPr/>
        </p:nvSpPr>
        <p:spPr>
          <a:xfrm>
            <a:off x="2780400" y="2776025"/>
            <a:ext cx="358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Date: </a:t>
            </a: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November 22nd - December 5th</a:t>
            </a:r>
            <a:endParaRPr b="1" i="0" sz="1400" u="none" cap="none" strike="noStrike">
              <a:solidFill>
                <a:srgbClr val="000000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/>
              <a:t>What have done this week (Overview)</a:t>
            </a:r>
            <a:endParaRPr/>
          </a:p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311700" y="1152475"/>
            <a:ext cx="8832300" cy="3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Digital Twin </a:t>
            </a:r>
            <a:r>
              <a:rPr lang="en">
                <a:solidFill>
                  <a:schemeClr val="dk1"/>
                </a:solidFill>
              </a:rPr>
              <a:t>(Asad Melibaev): …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>
                <a:solidFill>
                  <a:schemeClr val="dk1"/>
                </a:solidFill>
              </a:rPr>
              <a:t>Create digital twin of drew's car in unreal engine using the standard car template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Make parts list for the adas system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Modeling / Camera Sensor (Lev Oleynik): …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Part-List for ADAS System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Print and finish 3D Model for Steering-Wheel Sensor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UDP to Unreal Engine 5 Connection (Enoch Shen)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800">
                <a:solidFill>
                  <a:schemeClr val="dk1"/>
                </a:solidFill>
              </a:rPr>
              <a:t>Merge VR project with the unreal engine car template 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Used Tailscale to Create a VPN Network (Drew Hering):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Used Tailscale to create a VPN network for remote access.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To-do list for over the break</a:t>
            </a:r>
            <a:endParaRPr/>
          </a:p>
        </p:txBody>
      </p:sp>
      <p:sp>
        <p:nvSpPr>
          <p:cNvPr id="226" name="Google Shape;226;p42"/>
          <p:cNvSpPr txBox="1"/>
          <p:nvPr>
            <p:ph idx="1" type="body"/>
          </p:nvPr>
        </p:nvSpPr>
        <p:spPr>
          <a:xfrm>
            <a:off x="311700" y="1152475"/>
            <a:ext cx="8832300" cy="3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(Asad Melibaev):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(Lev Oleynik):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(Enoch Shen)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(Drew Hering):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